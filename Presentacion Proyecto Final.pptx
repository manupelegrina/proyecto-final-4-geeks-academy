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DAFC28-B2B9-FA7A-562E-91152BB21D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C6419-F22E-5384-BE0A-F9E64685E4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1EDA7-B6B3-A3B8-8258-BCA77E4399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903846-97E6-CAB9-6D87-4B37058A96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E8DB90-13E1-0739-4F4D-8A06AC51F9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12FD6C-8A48-30D2-0EB6-B45A5387C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9759AE-FADD-F5F8-44D9-E3280FA024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F3240B-B456-5A05-9F04-C60E8F089C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BD7A57-9DA7-AA46-712D-78CBD48A18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4504C7-855A-131F-D6CB-220C457C57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3A4B76-E844-DAC6-E63B-5C4DBA9A73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5C3766-30A0-636D-0797-4DAD5164E6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30461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355145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15413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388224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36730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5257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17274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53822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14901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74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84270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51242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52100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70578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52837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956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16156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36258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70991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66571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53511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9792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50672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11932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536492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5497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75145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69237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30796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4338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38289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00562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17926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547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928772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35944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61048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98133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351922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14496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31120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11200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59517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624365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263424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32439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7839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92832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9303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68321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04067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29038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8159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63404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36803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85283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8971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186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2620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33061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950282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295325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61474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13742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Incidente de Seguridad y Plan de Remediación</a:t>
            </a:r>
            <a:endParaRPr/>
          </a:p>
        </p:txBody>
      </p:sp>
      <p:sp>
        <p:nvSpPr>
          <p:cNvPr id="165115640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058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Resumen Ejecutivo</a:t>
            </a:r>
            <a:endParaRPr/>
          </a:p>
        </p:txBody>
      </p:sp>
      <p:sp>
        <p:nvSpPr>
          <p:cNvPr id="130697031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/>
              <a:t>Se detectó un acceso no autorizado al servidor Linux corporativo.</a:t>
            </a:r>
            <a:endParaRPr sz="2800"/>
          </a:p>
          <a:p>
            <a:pPr>
              <a:defRPr/>
            </a:pPr>
            <a:r>
              <a:rPr sz="2800"/>
              <a:t>El atacante logró acceso remoto mediante SSH utilizando la cuenta root.</a:t>
            </a:r>
            <a:endParaRPr sz="2800"/>
          </a:p>
          <a:p>
            <a:pPr>
              <a:defRPr/>
            </a:pPr>
            <a:r>
              <a:rPr sz="2800"/>
              <a:t>Se identificaron múltiples debilidades de seguridad en SSH, WordPress y FTP.</a:t>
            </a:r>
            <a:endParaRPr sz="2800"/>
          </a:p>
          <a:p>
            <a:pPr>
              <a:defRPr/>
            </a:pPr>
            <a:r>
              <a:rPr sz="2800"/>
              <a:t>No se encontraron evidencias de ransomware ni rootkits activos.</a:t>
            </a:r>
            <a:endParaRPr sz="2800"/>
          </a:p>
          <a:p>
            <a:pPr>
              <a:defRPr/>
            </a:pPr>
            <a:r>
              <a:rPr sz="2800"/>
              <a:t>Se aplicaron medidas de contención, remediación y hardening del sistema.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050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Contexto del Incidente</a:t>
            </a:r>
            <a:endParaRPr/>
          </a:p>
        </p:txBody>
      </p:sp>
      <p:sp>
        <p:nvSpPr>
          <p:cNvPr id="13229845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El servidor expuesto ejecutaba servicios SSH, Apache, WordPress, FTP y MariaDB.</a:t>
            </a:r>
            <a:endParaRPr sz="2800"/>
          </a:p>
          <a:p>
            <a:pPr>
              <a:defRPr/>
            </a:pPr>
            <a:r>
              <a:rPr sz="2800"/>
              <a:t>El análisis inicial identificó puertos 21, 22 y 80 accesibles externamente.</a:t>
            </a:r>
            <a:endParaRPr sz="2800"/>
          </a:p>
          <a:p>
            <a:pPr>
              <a:defRPr/>
            </a:pPr>
            <a:r>
              <a:rPr sz="2800"/>
              <a:t>WordPress presentaba configuraciones inseguras detectadas mediante Nikto.</a:t>
            </a:r>
            <a:endParaRPr sz="2800"/>
          </a:p>
          <a:p>
            <a:pPr>
              <a:defRPr/>
            </a:pPr>
            <a:r>
              <a:rPr sz="2800"/>
              <a:t>SSH permitía acceso directo como root con autenticación por contraseña.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250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Hallazgos Principales</a:t>
            </a:r>
            <a:endParaRPr/>
          </a:p>
        </p:txBody>
      </p:sp>
      <p:sp>
        <p:nvSpPr>
          <p:cNvPr id="12482449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Acceso SSH exitoso como root desde la IP 192.168.0.134.</a:t>
            </a:r>
            <a:endParaRPr sz="2800"/>
          </a:p>
          <a:p>
            <a:pPr>
              <a:defRPr/>
            </a:pPr>
            <a:r>
              <a:rPr sz="2800"/>
              <a:t>Servicio FTP expuesto públicamente.</a:t>
            </a:r>
            <a:endParaRPr sz="2800"/>
          </a:p>
          <a:p>
            <a:pPr>
              <a:defRPr/>
            </a:pPr>
            <a:r>
              <a:rPr sz="2800"/>
              <a:t>WordPress vulnerable con xmlrpc.php habilitado.</a:t>
            </a:r>
            <a:endParaRPr sz="2800"/>
          </a:p>
          <a:p>
            <a:pPr>
              <a:defRPr/>
            </a:pPr>
            <a:r>
              <a:rPr sz="2800"/>
              <a:t>Directorio uploads navegable desde Internet.</a:t>
            </a:r>
            <a:endParaRPr sz="2800"/>
          </a:p>
          <a:p>
            <a:pPr>
              <a:defRPr/>
            </a:pPr>
            <a:r>
              <a:rPr sz="2800"/>
              <a:t>Headers de seguridad faltantes en Apache.</a:t>
            </a:r>
            <a:endParaRPr sz="2800"/>
          </a:p>
          <a:p>
            <a:pPr>
              <a:defRPr/>
            </a:pPr>
            <a:r>
              <a:rPr sz="2800"/>
              <a:t>Usuario sospechoso con privilegios totales en MariaDB.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06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Evidencia Relevante</a:t>
            </a:r>
            <a:endParaRPr/>
          </a:p>
        </p:txBody>
      </p:sp>
      <p:sp>
        <p:nvSpPr>
          <p:cNvPr id="18152554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Journalctl confirmó acceso remoto exitoso como root el 08/10/2024.</a:t>
            </a:r>
            <a:endParaRPr sz="2800"/>
          </a:p>
          <a:p>
            <a:pPr>
              <a:defRPr/>
            </a:pPr>
            <a:r>
              <a:rPr sz="2800"/>
              <a:t>Nikto detectó exposición de xmlrpc.php y directorios inseguros.</a:t>
            </a:r>
            <a:endParaRPr sz="2800"/>
          </a:p>
          <a:p>
            <a:pPr>
              <a:defRPr/>
            </a:pPr>
            <a:r>
              <a:rPr sz="2800"/>
              <a:t>Nmap confirmó servicios abiertos y versiones expuestas.</a:t>
            </a:r>
            <a:endParaRPr sz="2800"/>
          </a:p>
          <a:p>
            <a:pPr>
              <a:defRPr/>
            </a:pPr>
            <a:r>
              <a:rPr sz="2800"/>
              <a:t>Rkhunter no encontró rootkits activos.</a:t>
            </a:r>
            <a:endParaRPr sz="2800"/>
          </a:p>
          <a:p>
            <a:pPr>
              <a:defRPr/>
            </a:pPr>
            <a:r>
              <a:rPr sz="2800"/>
              <a:t>No se encontraron webshells ni cronjobs maliciosos.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148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Impacto Potencial</a:t>
            </a:r>
            <a:endParaRPr/>
          </a:p>
        </p:txBody>
      </p:sp>
      <p:sp>
        <p:nvSpPr>
          <p:cNvPr id="7151894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Compromiso total del servidor mediante privilegios root.</a:t>
            </a:r>
            <a:endParaRPr sz="2800"/>
          </a:p>
          <a:p>
            <a:pPr>
              <a:defRPr/>
            </a:pPr>
            <a:r>
              <a:rPr sz="2800"/>
              <a:t>Acceso a datos de WordPress y base de datos MariaDB.</a:t>
            </a:r>
            <a:endParaRPr sz="2800"/>
          </a:p>
          <a:p>
            <a:pPr>
              <a:defRPr/>
            </a:pPr>
            <a:r>
              <a:rPr sz="2800"/>
              <a:t>Posible manipulación de contenido web.</a:t>
            </a:r>
            <a:endParaRPr sz="2800"/>
          </a:p>
          <a:p>
            <a:pPr>
              <a:defRPr/>
            </a:pPr>
            <a:r>
              <a:rPr sz="2800"/>
              <a:t>Riesgo de persistencia y movimiento lateral dentro de la red.</a:t>
            </a:r>
            <a:endParaRPr sz="2800"/>
          </a:p>
          <a:p>
            <a:pPr>
              <a:defRPr/>
            </a:pPr>
            <a:r>
              <a:rPr sz="2800"/>
              <a:t>Exposición de información sensible y configuraciones internas.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7091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Acciones de Contención</a:t>
            </a:r>
            <a:endParaRPr/>
          </a:p>
        </p:txBody>
      </p:sp>
      <p:sp>
        <p:nvSpPr>
          <p:cNvPr id="14129316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Se deshabilitó el login SSH directo como root.</a:t>
            </a:r>
            <a:endParaRPr sz="2800"/>
          </a:p>
          <a:p>
            <a:pPr>
              <a:defRPr/>
            </a:pPr>
            <a:r>
              <a:rPr sz="2800"/>
              <a:t>Se bloquearon accesos inseguros mediante fail2ban.</a:t>
            </a:r>
            <a:endParaRPr sz="2800"/>
          </a:p>
          <a:p>
            <a:pPr>
              <a:defRPr/>
            </a:pPr>
            <a:r>
              <a:rPr sz="2800"/>
              <a:t>Se detuvo y deshabilitó el servicio FTP.</a:t>
            </a:r>
            <a:endParaRPr sz="2800"/>
          </a:p>
          <a:p>
            <a:pPr>
              <a:defRPr/>
            </a:pPr>
            <a:r>
              <a:rPr sz="2800"/>
              <a:t>Se bloqueó xmlrpc.php en WordPress.</a:t>
            </a:r>
            <a:endParaRPr sz="2800"/>
          </a:p>
          <a:p>
            <a:pPr>
              <a:defRPr/>
            </a:pPr>
            <a:r>
              <a:rPr sz="2800"/>
              <a:t>Se deshabilitó el listado de directorios en Apache.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47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Acciones Correctivas</a:t>
            </a:r>
            <a:endParaRPr/>
          </a:p>
        </p:txBody>
      </p:sp>
      <p:sp>
        <p:nvSpPr>
          <p:cNvPr id="1640818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Actualización completa de paquetes y servicios del sistema.</a:t>
            </a:r>
            <a:endParaRPr sz="2800"/>
          </a:p>
          <a:p>
            <a:pPr>
              <a:defRPr/>
            </a:pPr>
            <a:r>
              <a:rPr sz="2800"/>
              <a:t>Apache actualizado a versión 2.4.67.</a:t>
            </a:r>
            <a:endParaRPr sz="2800"/>
          </a:p>
          <a:p>
            <a:pPr>
              <a:defRPr/>
            </a:pPr>
            <a:r>
              <a:rPr sz="2800"/>
              <a:t>Cambio de contraseñas de root y usuarios de base de datos.</a:t>
            </a:r>
            <a:endParaRPr sz="2800"/>
          </a:p>
          <a:p>
            <a:pPr>
              <a:defRPr/>
            </a:pPr>
            <a:r>
              <a:rPr sz="2800"/>
              <a:t>Eliminación de usuario sospechoso en MariaDB.</a:t>
            </a:r>
            <a:endParaRPr sz="2800"/>
          </a:p>
          <a:p>
            <a:pPr>
              <a:defRPr/>
            </a:pPr>
            <a:r>
              <a:rPr sz="2800"/>
              <a:t>Validación de procesos, cronjobs y archivos del sistema.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702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Resultados del Hardening</a:t>
            </a:r>
            <a:endParaRPr/>
          </a:p>
        </p:txBody>
      </p:sp>
      <p:sp>
        <p:nvSpPr>
          <p:cNvPr id="7923798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Reducción de superficie de ataque.</a:t>
            </a:r>
            <a:endParaRPr sz="2800"/>
          </a:p>
          <a:p>
            <a:pPr>
              <a:defRPr/>
            </a:pPr>
            <a:r>
              <a:rPr sz="2800"/>
              <a:t>Mitigación de fuerza bruta sobre SSH.</a:t>
            </a:r>
            <a:endParaRPr sz="2800"/>
          </a:p>
          <a:p>
            <a:pPr>
              <a:defRPr/>
            </a:pPr>
            <a:r>
              <a:rPr sz="2800"/>
              <a:t>Bloqueo de vectores de explotación conocidos en WordPress.</a:t>
            </a:r>
            <a:endParaRPr sz="2800"/>
          </a:p>
          <a:p>
            <a:pPr>
              <a:defRPr/>
            </a:pPr>
            <a:r>
              <a:rPr sz="2800"/>
              <a:t>Eliminación de servicios innecesarios expuestos.</a:t>
            </a:r>
            <a:endParaRPr sz="2800"/>
          </a:p>
          <a:p>
            <a:pPr>
              <a:defRPr/>
            </a:pPr>
            <a:r>
              <a:rPr sz="2800"/>
              <a:t>Mejora general de controles de acceso y monitoreo.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284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Riesgos Residuales</a:t>
            </a:r>
            <a:endParaRPr/>
          </a:p>
        </p:txBody>
      </p:sp>
      <p:sp>
        <p:nvSpPr>
          <p:cNvPr id="8123356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Persisten riesgos asociados a futuras vulnerabilidades en WordPress.</a:t>
            </a:r>
            <a:endParaRPr sz="2800"/>
          </a:p>
          <a:p>
            <a:pPr>
              <a:defRPr/>
            </a:pPr>
            <a:r>
              <a:rPr sz="2800"/>
              <a:t>Es necesario mantener monitoreo continuo de logs y eventos.</a:t>
            </a:r>
            <a:endParaRPr sz="2800"/>
          </a:p>
          <a:p>
            <a:pPr>
              <a:defRPr/>
            </a:pPr>
            <a:r>
              <a:rPr sz="2800"/>
              <a:t>La seguridad depende de mantener actualizaciones periódicas.</a:t>
            </a:r>
            <a:endParaRPr sz="2800"/>
          </a:p>
          <a:p>
            <a:pPr>
              <a:defRPr/>
            </a:pPr>
            <a:r>
              <a:rPr sz="2800"/>
              <a:t>Se recomienda revisar segmentación de red y backups.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672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Recomendaciones Estratégicas</a:t>
            </a:r>
            <a:endParaRPr/>
          </a:p>
        </p:txBody>
      </p:sp>
      <p:sp>
        <p:nvSpPr>
          <p:cNvPr id="3190934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/>
              <a:t>Implementar autenticación SSH mediante llaves y no contraseñas.</a:t>
            </a:r>
            <a:endParaRPr sz="2800"/>
          </a:p>
          <a:p>
            <a:pPr>
              <a:defRPr/>
            </a:pPr>
            <a:r>
              <a:rPr sz="2800"/>
              <a:t>Mantener política formal de actualización y parchado.</a:t>
            </a:r>
            <a:endParaRPr sz="2800"/>
          </a:p>
          <a:p>
            <a:pPr>
              <a:defRPr/>
            </a:pPr>
            <a:r>
              <a:rPr sz="2800"/>
              <a:t>Implementar monitoreo centralizado y alertas de seguridad.</a:t>
            </a:r>
            <a:endParaRPr sz="2800"/>
          </a:p>
          <a:p>
            <a:pPr>
              <a:defRPr/>
            </a:pPr>
            <a:r>
              <a:rPr sz="2800"/>
              <a:t>Realizar escaneos periódicos de vulnerabilidades.</a:t>
            </a:r>
            <a:endParaRPr sz="2800"/>
          </a:p>
          <a:p>
            <a:pPr>
              <a:defRPr/>
            </a:pPr>
            <a:r>
              <a:rPr sz="2800"/>
              <a:t>Aplicar principio de mínimo privilegio en servicios y usuarios.</a:t>
            </a:r>
            <a:endParaRPr sz="2800"/>
          </a:p>
          <a:p>
            <a:pPr>
              <a:defRPr/>
            </a:pPr>
            <a:r>
              <a:rPr sz="2800"/>
              <a:t>Realizar backups verificados y pruebas de recuperación.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610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Conclusión</a:t>
            </a:r>
            <a:endParaRPr/>
          </a:p>
        </p:txBody>
      </p:sp>
      <p:sp>
        <p:nvSpPr>
          <p:cNvPr id="4643934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/>
              <a:t>El incidente fue contenido exitosamente y no se detectó persistencia activa.</a:t>
            </a:r>
            <a:endParaRPr sz="2800"/>
          </a:p>
          <a:p>
            <a:pPr>
              <a:defRPr/>
            </a:pPr>
            <a:r>
              <a:rPr sz="2800"/>
              <a:t>Las vulnerabilidades explotadas fueron corregidas y mitigadas.</a:t>
            </a:r>
            <a:endParaRPr sz="2800"/>
          </a:p>
          <a:p>
            <a:pPr>
              <a:defRPr/>
            </a:pPr>
            <a:r>
              <a:rPr sz="2800"/>
              <a:t>Se mejoró significativamente la postura de seguridad del servidor.</a:t>
            </a:r>
            <a:endParaRPr sz="2800"/>
          </a:p>
          <a:p>
            <a:pPr>
              <a:defRPr/>
            </a:pPr>
            <a:r>
              <a:rPr sz="2800"/>
              <a:t>Se recomienda continuar con revisiones preventivas y monitoreo continuo.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2026-05-25T16:40:04Z</dcterms:modified>
  <cp:category/>
</cp:coreProperties>
</file>